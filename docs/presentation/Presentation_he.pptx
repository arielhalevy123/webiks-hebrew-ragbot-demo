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איך מצאתי את הבעיה: הרצתי את המערכת על 296 שאלות וקראתי את הכשלים. 63 מתוך 187 היו במקום 2 או 3, ברובם מאחורי עמוד אח, כמו דרכון זמני מול ביומטרי. ההבדל בכותרת, ובקובץ ההגדרות מוטמע רק התוכן. הפתרון: מפתח אחד שמכניס את כותרת העמוד לטקסט שמוטמע, בלי לאמן מחדש ובלי לשנות את החיפוש. נקודת הפתיחה: העמוד הנכון בין 3 העמודים ש-GPT מקבל רק ב-58% מהשאלות.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התוצאות בשני סטים: סט האימות של Webiks, וסט נקי של 150 שאלות על עמודים שלא באימון, שנכתבו כשהכותרת מוסתרת. הכותרת בטקסט, מה שנשלח: בשלושת הראשונים מ-58% ל-65% ב-Webiks, ומ-75% ל-79% בסט הנקי, ו-MRR עלה בשניהם. מעל זה יש שלב שני אופציונלי, כבוי כברירת מחדל: מודל שפה בוחר מבין 30 הכותרות המובילות. בדקתי שני ספקים. gpt-4o-mini הגיע ל-75% ול-84%, ו-Jev ל-78% ול-82%. ההפרשים ביניהם בתוך רווח הסמך, כלומר הם שווים, ו-Jev מהיר יותר, 0.44 שנייה מול 0.73, וזול יותר.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המערכת רצה מקומית עם Jev כשלב השני. החלפת הספק היא שורת הגדרה אחת, דרך ה-LLM factory. בשתי שאלות מסט הבדיקה שבהן החיפוש לבד שם את העמוד הנכון עמוק: השהיית ילד מבית הספר עלה ממקום 22 לראשון, ושאלת האבטלה ממקום 18 לראשון, ו-GPT עונה ממנו נכון. מגבלה: Jev לא דטרמיניסטי לחלוטין, 7 מתוך 8 קריאות חוזרות נתנו את אותה תוצאה. אלה דוגמאות, והמדידה בשקף הקודם.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arielhalevy-Desktop-webiks-assignment-2026-10-01/786f92c4-b18a-4e0e-9f1b-444d44cc5c69/scratchpad/deck4/hi_h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arielhalevy-Desktop-webiks-assignment-2026-10-01/786f92c4-b18a-4e0e-9f1b-444d44cc5c69/scratchpad/deck4/hi_h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arielhalevy-Desktop-webiks-assignment-2026-10-01/786f92c4-b18a-4e0e-9f1b-444d44cc5c69/scratchpad/deck4/hi_h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שיפור האחזור: כותרת העמוד, ושלב שני עם gpt-4o-mini או Jev</dc:title>
  <dc:subject>PptxGenJS Presentation</dc:subject>
  <dc:creator>Ariel Halevy</dc:creator>
  <cp:lastModifiedBy>Ariel Halevy</cp:lastModifiedBy>
  <cp:revision>1</cp:revision>
  <dcterms:created xsi:type="dcterms:W3CDTF">2026-10-06T23:31:35Z</dcterms:created>
  <dcterms:modified xsi:type="dcterms:W3CDTF">2026-10-06T23:31:35Z</dcterms:modified>
</cp:coreProperties>
</file>