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 found the problem: I ran the system on 296 questions and read the failures. 63 of 187 were at rank 2 or 3, mostly behind a sibling page, like temporary vs biometric passport. The difference is in the title, and the config embeds only the content. The fix: one config key puts the page title into the embedded text, no retraining and no change to search. Starting point: the right page is among the 3 pages GPT receives for only 58% of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on two sets: Webiks' validation split, and a clean set of 150 questions on pages outside training, written with the title hidden. Title in text, what ships: top 3 from 58% to 65% on Webiks and from 75% to 79% on the clean set, with MRR up on both. On top, an optional second stage, off by default: an LLM chooses among the top 30 titles. I tested two providers. gpt-4o-mini reached 75% and 84%, Jev 78% and 82%. The differences between them are within the confidence intervals, so they are on par, and Jev is faster, 0.44 s vs 0.73 s, and cheaper.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running locally with Jev as the second stage. Switching provider is one config line through the LLM factory. On two held-out questions where search alone put the right page deep: pausing a child from school moved from #22 to #1, and the unemployment question from #18 to #1, and GPT answers correctly from it. Caveat: Jev is not fully deterministic; 7 of 8 repeated calls gave the same result. These are examples; the measurement is on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rielhalevy-Desktop-webiks-assignment-2026-10-01/786f92c4-b18a-4e0e-9f1b-444d44cc5c69/scratchpad/deck4/hi_e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rielhalevy-Desktop-webiks-assignment-2026-10-01/786f92c4-b18a-4e0e-9f1b-444d44cc5c69/scratchpad/deck4/hi_en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arielhalevy-Desktop-webiks-assignment-2026-10-01/786f92c4-b18a-4e0e-9f1b-444d44cc5c69/scratchpad/deck4/hi_en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Retrieval: the page title, and a second stage with gpt-4o-mini or Jev</dc:title>
  <dc:subject>PptxGenJS Presentation</dc:subject>
  <dc:creator>Ariel Halevy</dc:creator>
  <cp:lastModifiedBy>Ariel Halevy</cp:lastModifiedBy>
  <cp:revision>1</cp:revision>
  <dcterms:created xsi:type="dcterms:W3CDTF">2026-10-06T23:31:35Z</dcterms:created>
  <dcterms:modified xsi:type="dcterms:W3CDTF">2026-10-06T23:31:35Z</dcterms:modified>
</cp:coreProperties>
</file>