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הבעיה ואיך מצאתי אותה. הרצתי את המערכת על 296 שאלות וקראתי את הכשלים. 63 מתוך 187 היו במקום 2 או 3, ברובם מאחורי עמוד אח, כמו דרכון זמני מול ביומטרי. ההשערה: ההבדל נמצא בכותרת. בדיקה בקובץ ההגדרות: מוטמע רק content. 64% מהפסקאות כבר פותחות בכותרת הסעיף, אז מה שחסר הוא כותרת העמוד. נקודת הפתיחה: 37% במקום הראשון, 58% בשלושת הראשונים, כלומר ב-42% מהשאלות GPT לא מקבל את העמוד הנכון.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הפתרון: מפתח אחד בקובץ ההגדרות, והכותרת נכנסת לטקסט שמוטמע. המודל לא אומן מחדש, החיפוש וה-API לא השתנו. מדדתי על שלושה סטים: של Webiks, סט נקי שבניתי שבו הכותרת הוסתרה ממי שכתב את השאלות, והסט הציבורי של מתחרה. על Webiks מ-37% ל-46%, על הנקי מ-53% ל-60%, על הציבורי בתוך הרעש. גרסה עם וקטור כותרת נפרד נתנה 53% על Webiks אבל לא החזיקה על הסטים הנקיים, אז כיביתי אותה לפני ההגשה.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שלב שני אופציונלי, כבוי: מודל שפה מסדר מחדש 30 עמודים מועמדים לפי הכותרות. עם השלב הזה 60% על Webiks ו-67% על הנקי. LLM factory מאפשר כל ספק. הוא כבוי כי הוא מכניס קריאת LLM לחיפוש: כ-0.8 שנייה, מפתח, ואין לו השפעה במצב mock. מה נבדק ונפסל: קטעים קצרים, הקשר שנכתב ב-LLM, ניסוח מחדש של השאלה. 60 בדיקות עוברות, וחוזרים למקור במחיקת מפתח אחד.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arielhalevy-Desktop-webiks-assignment-2026-10-01/786f92c4-b18a-4e0e-9f1b-444d44cc5c69/scratchpad/deck/hi_h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arielhalevy-Desktop-webiks-assignment-2026-10-01/786f92c4-b18a-4e0e-9f1b-444d44cc5c69/scratchpad/deck/hi_h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arielhalevy-Desktop-webiks-assignment-2026-10-01/786f92c4-b18a-4e0e-9f1b-444d44cc5c69/scratchpad/deck/hi_h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שיפור האחזור: כותרת העמוד במה שמוטמע</dc:title>
  <dc:subject>PptxGenJS Presentation</dc:subject>
  <dc:creator>Ariel Halevy</dc:creator>
  <cp:lastModifiedBy>Ariel Halevy</cp:lastModifiedBy>
  <cp:revision>1</cp:revision>
  <dcterms:created xsi:type="dcterms:W3CDTF">2026-10-04T23:36:22Z</dcterms:created>
  <dcterms:modified xsi:type="dcterms:W3CDTF">2026-10-04T23:36:22Z</dcterms:modified>
</cp:coreProperties>
</file>